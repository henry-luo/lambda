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main" Type="http://schemas.openxmlformats.org/officeDocument/2006/relationships/officeDocument" Target="/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slide"/>
  </p:sldIdLst>
  <p:sldSz cx="9144000" cy="5143500"/>
</p:presentation>
</file>

<file path=ppt/_rels/presentation.xml.rels><Relationships xmlns="http://schemas.openxmlformats.org/package/2006/relationships"><Relationship Id="slide" Type="http://schemas.openxmlformats.org/officeDocument/2006/relationships/slide" Target="/slides/first.xml"/></Relationships>
</file>

<file path=slides/_rels/first.xml.rels><Relationships xmlns="http://schemas.openxmlformats.org/package/2006/relationships"><Relationship Id="gray" Type="http://schemas.openxmlformats.org/officeDocument/2006/relationships/image" Target="../media/gray.png"/></Relationships>
</file>

<file path=slides/first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Object 2"/>
          <p:cNvSpPr/>
          <p:nvPr/>
        </p:nvSpPr>
        <p:spPr>
          <a:xfrm>
            <a:off x="190500" y="190500"/>
            <a:ext cx="1905000" cy="1524000"/>
          </a:xfrm>
          <a:custGeom>
            <a:pathLst>
              <a:path w="200" h="160" stroke="0">
                <a:moveTo>
                  <a:pt x="0" y="0"/>
                </a:moveTo>
                <a:lnTo>
                  <a:pt x="200" y="0"/>
                </a:lnTo>
                <a:lnTo>
                  <a:pt x="200" y="160"/>
                </a:lnTo>
                <a:lnTo>
                  <a:pt x="0" y="160"/>
                </a:lnTo>
                <a:arcTo wR="10" hR="10" stAng="0" swAng="5400000"/>
                <a:moveTo>
                  <a:pt x="20" y="20"/>
                </a:moveTo>
                <a:lnTo>
                  <a:pt x="20" y="140"/>
                </a:lnTo>
                <a:lnTo>
                  <a:pt x="180" y="140"/>
                </a:lnTo>
                <a:lnTo>
                  <a:pt x="180" y="20"/>
                </a:lnTo>
                <a:close/>
              </a:path>
            </a:pathLst>
          </a:custGeom>
        </p:spPr>
      </p:sp>
      <p:sp>
        <p:nvSpPr>
          <p:cNvPr id="3" name="Object 3"/>
          <p:cNvSpPr/>
          <p:nvPr/>
        </p:nvSpPr>
        <p:spPr>
          <a:xfrm>
            <a:off x="457200" y="361950"/>
            <a:ext cx="8229600" cy="857250"/>
          </a:xfrm>
          <a:prstGeom prst="rect"/>
          <a:gradFill>
            <a:gsLst>
              <a:gs pos="100000">
                <a:srgbClr val="FF0000">
                  <a:alpha val="0"/>
                </a:srgbClr>
              </a:gs>
              <a:gs pos="0">
                <a:srgbClr val="FF0000"/>
              </a:gs>
            </a:gsLst>
            <a:path path="rect">
              <a:fillToRect l="50000" t="50000" r="50000" b="50000"/>
            </a:path>
          </a:gradFill>
        </p:spPr>
      </p:sp>
      <p:sp>
        <p:nvSpPr>
          <p:cNvPr id="4" name="Object 4"/>
          <p:cNvSpPr/>
          <p:nvPr/>
        </p:nvSpPr>
        <p:spPr>
          <a:xfrm>
            <a:off x="457200" y="361950"/>
            <a:ext cx="8229600" cy="857250"/>
          </a:xfrm>
          <a:prstGeom prst="rect"/>
          <a:blipFill>
            <a:blip r:embed="gray">
              <a:blur rad="1000"/>
              <a:duotone>
                <a:srgbClr val="FF0000"/>
                <a:srgbClr val="0000FF"/>
              </a:duotone>
              <a:extLst>
                <a:ext uri="test-dpi-metadata"/>
              </a:extLst>
            </a:blip>
            <a:stretch>
              <a:fillRect/>
            </a:stretch>
          </a:blipFill>
        </p:spPr>
      </p:sp>
      <p:sp>
        <p:nvSpPr>
          <p:cNvPr id="5" name="Object 5"/>
          <p:cNvSpPr/>
          <p:nvPr/>
        </p:nvSpPr>
        <p:spPr>
          <a:xfrm>
            <a:off x="457200" y="361950"/>
            <a:ext cx="8229600" cy="857250"/>
          </a:xfrm>
          <a:prstGeom prst="rect"/>
          <a:gradFill>
            <a:gsLst>
              <a:gs pos="100000">
                <a:srgbClr val="0000FF"/>
              </a:gs>
              <a:gs pos="0">
                <a:srgbClr val="FF0000"/>
              </a:gs>
            </a:gsLst>
            <a:lin ang="0" scaled="0"/>
            <a:tileRect l="10000"/>
          </a:gradFill>
        </p:spPr>
      </p:sp>
      <p:sp>
        <p:nvSpPr>
          <p:cNvPr id="6" name="Object 6"/>
          <p:cNvSpPr/>
          <p:nvPr/>
        </p:nvSpPr>
        <p:spPr>
          <a:xfrm>
            <a:off x="457200" y="361950"/>
            <a:ext cx="8229600" cy="857250"/>
          </a:xfrm>
          <a:prstGeom prst="rect"/>
          <a:blipFill>
            <a:blip r:embed="gray">
              <a:duotone>
                <a:srgbClr val="FF0000">
                  <a:alpha val="50000"/>
                </a:srgbClr>
                <a:srgbClr val="0000FF"/>
              </a:duotone>
              <a:extLst>
                <a:ext uri="test-dpi-metadata"/>
              </a:extLst>
            </a:blip>
            <a:stretch>
              <a:fillRect/>
            </a:stretch>
          </a:blipFill>
        </p:spPr>
      </p:sp>
    </p:spTree>
  </p:cSld>
</p:sld>
</file>