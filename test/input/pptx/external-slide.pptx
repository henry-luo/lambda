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https://example.invalid/slide.xml" TargetMode="Externa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