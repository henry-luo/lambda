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/ppt/presentation.xml"/><Relationship Id="core" Type="http://schemas.openxmlformats.org/package/2006/relationships/metadata/core-properties" Target="propertie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300" r:id="second"/>
    <p:sldId id="256" r:id="slide"/>
  </p:sldIdLst>
  <p:sldSz cx="9144000" cy="5143500"/>
</p:presentation>
</file>

<file path=ppt/_rels/presentation.xml.rels><Relationships xmlns="http://schemas.openxmlformats.org/package/2006/relationships"><Relationship Id="slide" Type="http://schemas.openxmlformats.org/officeDocument/2006/relationships/slide" Target="/slides/first.xml"/><Relationship Id="second" Type="http://schemas.openxmlformats.org/officeDocument/2006/relationships/slide" Target="/slides/named title.xml"/></Relationships>
</file>

<file path=layouts/_rels/main.xml.rels><Relationships xmlns="http://schemas.openxmlformats.org/package/2006/relationships"><Relationship Id="master" Type="http://schemas.openxmlformats.org/officeDocument/2006/relationships/slideMaster" Target="../masters/base.xml"/></Relationships>
</file>

<file path=layouts/main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0" name="Object 20"/>
          <p:cNvSpPr/>
          <p:nvPr>
            <p:ph type="title"/>
          </p:nvPr>
        </p:nvSpPr>
        <p:spPr>
          <a:xfrm>
            <a:off x="457200" y="400050"/>
            <a:ext cx="8229600" cy="952500"/>
          </a:xfrm>
          <a:prstGeom prst="rect"/>
        </p:spPr>
      </p:sp>
    </p:spTree>
  </p:cSld>
</p:sldLayout>
</file>

<file path=masters/_rels/base.xml.rels><Relationships xmlns="http://schemas.openxmlformats.org/package/2006/relationships"><Relationship Id="theme" Type="http://schemas.openxmlformats.org/officeDocument/2006/relationships/theme" Target="../themes/colors.xml"/></Relationships>
</file>

<file path=masters/base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sp>
        <p:nvSpPr>
          <p:cNvPr id="30" name="Object 30"/>
          <p:cNvSpPr/>
          <p:nvPr/>
        </p:nvSpPr>
        <p:spPr>
          <a:xfrm>
            <a:off x="457200" y="190500"/>
            <a:ext cx="8229600" cy="38100"/>
          </a:xfrm>
          <a:prstGeom prst="rect"/>
          <a:solidFill>
            <a:schemeClr val="accent1"/>
          </a:solidFill>
        </p:spPr>
      </p:sp>
    </p:spTree>
  </p:cSld>
  <p:clrMap bg1="lt1" tx1="dk1" accent1="accent1"/>
  <p:txStyles>
    <p:titleStyle>
      <a:lvl1pPr>
        <a:defRPr sz="3600" b="1">
          <a:solidFill>
            <a:schemeClr val="tx1"/>
          </a:solidFill>
          <a:latin typeface="+mj-lt"/>
        </a:defRPr>
      </a:lvl1pPr>
    </p:titleStyle>
  </p:txStyles>
</p:sldMaster>
</file>

<file path=notes/speaker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>
            <p:ph type="body"/>
          </p:nvPr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/>
              <a:t>Introduce the opportunity.</a:t>
            </a:r>
          </a:p>
        </p:txBody>
      </p:sp>
      <p:sp>
        <p:nvSpPr>
          <p:cNvPr id="3" name="Object 3"/>
          <p:cNvSpPr/>
          <p:nvPr>
            <p:ph type="sldNum"/>
          </p:nvPr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/>
              <a:t>300</a:t>
            </a:r>
          </a:p>
        </p:txBody>
      </p:sp>
    </p:spTree>
  </p:cSld>
</p:notes>
</file>

<file path=properties/core.xml><?xml version="1.0" encoding="utf-8"?>
<cp:coreProperties xmlns:cp="http://schemas.openxmlformats.org/package/2006/metadata/core-properties" xmlns:dc="http://purl.org/dc/elements/1.1/">
  <dc:title>Feature showcase</dc:title>
  <dc:creator>Lambda tests</dc:creator>
</cp:coreProperties>
</file>

<file path=slides/_rels/first.xml.rels><Relationships xmlns="http://schemas.openxmlformats.org/package/2006/relationships"><Relationship Id="layout" Type="http://schemas.openxmlformats.org/officeDocument/2006/relationships/slideLayout" Target="../layouts/main.xml"/></Relationships>
</file>

<file path=slides/_rels/named title.xml.rels><Relationships xmlns="http://schemas.openxmlformats.org/package/2006/relationships"><Relationship Id="layout" Type="http://schemas.openxmlformats.org/officeDocument/2006/relationships/slideLayout" Target="../layouts/main.xml"/><Relationship Id="image" Type="http://schemas.openxmlformats.org/officeDocument/2006/relationships/image" Target="../media/blue.png"/><Relationship Id="notes" Type="http://schemas.openxmlformats.org/officeDocument/2006/relationships/notesSlide" Target="../notes/speaker.xml"/></Relationships>
</file>

<file path=slides/first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 sz="3000"/>
              <a:t>Hello, PPTX!</a:t>
            </a:r>
          </a:p>
        </p:txBody>
      </p:sp>
    </p:spTree>
  </p:cSld>
</p:sld>
</file>

<file path=slides/named title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>
            <p:ph type="title"/>
          </p:nvPr>
        </p:nvSpPr>
        <p:spPr>
          <a:prstGeom prst="rect"/>
        </p:spPr>
        <p:txBody>
          <a:bodyPr/>
          <a:lstStyle/>
          <a:p>
            <a:r>
              <a:rPr/>
              <a:t>A clearer story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" y="1571625"/>
            <a:ext cx="5143500" cy="1428750"/>
          </a:xfrm>
          <a:prstGeom prst="rect"/>
        </p:spPr>
        <p:txBody>
          <a:bodyPr/>
          <a:lstStyle/>
          <a:p>
            <a:r>
              <a:rPr b="1" sz="2200"/>
              <a:t>Bold </a:t>
            </a:r>
            <a:r>
              <a:rPr i="1" sz="2200"/>
              <a:t>and italic</a:t>
            </a:r>
          </a:p>
          <a:p>
            <a:pPr marL="228600">
              <a:buChar char="•"/>
              <a:defRPr sz="1800"/>
            </a:pPr>
            <a:r>
              <a:rPr/>
              <a:t>Café 世界</a:t>
            </a:r>
          </a:p>
        </p:txBody>
      </p:sp>
      <p:pic>
        <p:nvPicPr>
          <p:cNvPr id="4" name="Blue square" descr="Embedded blue image"/>
          <p:cNvPicPr/>
          <p:nvPr/>
        </p:nvPicPr>
        <p:blipFill>
          <a:blip r:embed="image"/>
          <a:stretch>
            <a:fillRect/>
          </a:stretch>
        </p:blipFill>
        <p:spPr>
          <a:xfrm>
            <a:off x="6858000" y="1619250"/>
            <a:ext cx="1143000" cy="1143000"/>
          </a:xfrm>
        </p:spPr>
      </p:pic>
      <p:graphicFrame>
        <p:nvGraphicFramePr>
          <p:cNvPr id="5" name="Data"/>
          <p:cNvGraphicFramePr/>
          <p:nvPr/>
        </p:nvGraphicFramePr>
        <p:xfrm>
          <a:off x="571500" y="3333750"/>
          <a:ext cx="4762500" cy="952500"/>
        </p:xfrm>
        <a:graphic>
          <a:graphicData>
            <a:tbl>
              <a:tblPr/>
              <a:tblGrid>
                <a:gridCol w="2381250"/>
                <a:gridCol w="2381250"/>
              </a:tblGrid>
              <a:tr h="476250">
                <a:tc>
                  <a:txBody>
                    <a:bodyPr/>
                    <a:lstStyle/>
                    <a:p>
                      <a:r>
                        <a:rPr/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Revenue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$42m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6" name="Group"/>
          <p:cNvGrpSpPr/>
          <p:nvPr/>
        </p:nvGrpSpPr>
        <p:grpSpPr>
          <a:xfrm>
            <a:off x="6667500" y="3524250"/>
            <a:ext cx="1524000" cy="762000"/>
            <a:chOff x="95250" y="190500"/>
            <a:chExt cx="762000" cy="381000"/>
          </a:xfrm>
        </p:grpSpPr>
        <p:sp>
          <p:nvSpPr>
            <p:cNvPr id="7" name="Object 7"/>
            <p:cNvSpPr/>
            <p:nvPr/>
          </p:nvSpPr>
          <p:spPr>
            <a:xfrm>
              <a:off x="95250" y="190500"/>
              <a:ext cx="762000" cy="381000"/>
            </a:xfrm>
            <a:prstGeom prst="rect"/>
            <a:solidFill>
              <a:schemeClr val="accent1"/>
            </a:solidFill>
          </p:spPr>
        </p:sp>
      </p:grpSp>
    </p:spTree>
  </p:cSld>
</p:sld>
</file>

<file path=themes/colors.xml><?xml version="1.0" encoding="utf-8"?>
<a:theme xmlns:a="http://schemas.openxmlformats.org/drawingml/2006/main">
  <a:themeElements>
    <a:clrScheme name="Ocean">
      <a:lt1>
        <a:srgbClr val="F1F6F5"/>
      </a:lt1>
      <a:dk1>
        <a:srgbClr val="103B4A"/>
      </a:dk1>
      <a:accent1>
        <a:srgbClr val="008C86"/>
      </a:accent1>
    </a:clrScheme>
    <a:fontScheme name="Office">
      <a:majorFont>
        <a:latin typeface="Georgia"/>
      </a:majorFont>
      <a:minorFont>
        <a:latin typeface="Arial"/>
      </a:minorFont>
    </a:fontScheme>
  </a:themeElements>
</a:theme>
</file>