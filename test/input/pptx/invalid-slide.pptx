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notes xmlns:p="http://schemas.openxmlformats.org/presentationml/2006/main" xmlns:a="http://schemas.openxmlformats.org/drawingml/2006/main" xmlns:r="http://schemas.openxmlformats.org/officeDocument/2006/relationships"/>
</file>