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457200" y="361950"/>
            <a:ext cx="8229600" cy="857250"/>
          </a:xfrm>
          <a:prstGeom prst="hexagon"/>
        </p:spPr>
        <p:txBody>
          <a:bodyPr/>
          <a:lstStyle/>
          <a:p>
            <a:r>
              <a:rPr/>
              <a:t>Still editable</a:t>
            </a:r>
          </a:p>
        </p:txBody>
      </p:sp>
      <p:graphicFrame>
        <p:xfrm>
          <a:off x="0" y="0"/>
          <a:ext cx="952500" cy="952500"/>
        </p:xfrm>
        <a:graphic>
          <a:graphicData uri="unsupported"/>
        </a:graphic>
      </p:graphicFrame>
    </p:spTree>
  </p:cSld>
  <p:transition>
    <p:fade/>
  </p:transition>
  <p:timing/>
</p:sld>
</file>