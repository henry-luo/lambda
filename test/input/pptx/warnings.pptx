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  <p:sldId id="257" r:id="s1"/>
    <p:sldId id="258" r:id="s2"/>
    <p:sldId id="259" r:id="s3"/>
    <p:sldId id="260" r:id="s4"/>
    <p:sldId id="261" r:id="s5"/>
  </p:sldIdLst>
  <p:sldSz cx="9144000" cy="5143500"/>
</p:presentation>
</file>

<file path=ppt/_rels/presentation.xml.rels><Relationships xmlns="http://schemas.openxmlformats.org/package/2006/relationships"><Relationship Id="s0" Type="http://schemas.openxmlformats.org/officeDocument/2006/relationships/slide" Target="../slides/warning0.xml"/><Relationship Id="s1" Type="http://schemas.openxmlformats.org/officeDocument/2006/relationships/slide" Target="../slides/warning1.xml"/><Relationship Id="s2" Type="http://schemas.openxmlformats.org/officeDocument/2006/relationships/slide" Target="../slides/warning2.xml"/><Relationship Id="s3" Type="http://schemas.openxmlformats.org/officeDocument/2006/relationships/slide" Target="../slides/warning3.xml"/><Relationship Id="s4" Type="http://schemas.openxmlformats.org/officeDocument/2006/relationships/slide" Target="../slides/warning4.xml"/><Relationship Id="s5" Type="http://schemas.openxmlformats.org/officeDocument/2006/relationships/slide" Target="../slides/warning5.xml"/></Relationships>
</file>

<file path=layouts/_rels/warnings.xml.rels><Relationships xmlns="http://schemas.openxmlformats.org/package/2006/relationships"><Relationship Id="master" Type="http://schemas.openxmlformats.org/officeDocument/2006/relationships/slideMaster" Target="../masters/warnings.xml"/></Relationships>
</file>

<file path=layouts/warnings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/>
  </p:cSld>
</p:sldLayout>
</file>

<file path=masters/warnings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0" name="Object 10"/>
          <p:cNvSpPr/>
          <p:nvPr/>
        </p:nvSpPr>
        <p:spPr>
          <a:xfrm>
            <a:off x="0" y="0"/>
            <a:ext cx="9525" cy="9525"/>
          </a:xfrm>
          <a:prstGeom prst="unknown0"/>
        </p:spPr>
      </p:sp>
      <p:sp>
        <p:nvSpPr>
          <p:cNvPr id="11" name="Object 11"/>
          <p:cNvSpPr/>
          <p:nvPr/>
        </p:nvSpPr>
        <p:spPr>
          <a:xfrm>
            <a:off x="0" y="0"/>
            <a:ext cx="9525" cy="9525"/>
          </a:xfrm>
          <a:prstGeom prst="unknown1"/>
        </p:spPr>
      </p:sp>
      <p:sp>
        <p:nvSpPr>
          <p:cNvPr id="12" name="Object 12"/>
          <p:cNvSpPr/>
          <p:nvPr/>
        </p:nvSpPr>
        <p:spPr>
          <a:xfrm>
            <a:off x="0" y="0"/>
            <a:ext cx="9525" cy="9525"/>
          </a:xfrm>
          <a:prstGeom prst="unknown2"/>
        </p:spPr>
      </p:sp>
      <p:sp>
        <p:nvSpPr>
          <p:cNvPr id="13" name="Object 13"/>
          <p:cNvSpPr/>
          <p:nvPr/>
        </p:nvSpPr>
        <p:spPr>
          <a:xfrm>
            <a:off x="0" y="0"/>
            <a:ext cx="9525" cy="9525"/>
          </a:xfrm>
          <a:prstGeom prst="unknown3"/>
        </p:spPr>
      </p:sp>
      <p:sp>
        <p:nvSpPr>
          <p:cNvPr id="14" name="Object 14"/>
          <p:cNvSpPr/>
          <p:nvPr/>
        </p:nvSpPr>
        <p:spPr>
          <a:xfrm>
            <a:off x="0" y="0"/>
            <a:ext cx="9525" cy="9525"/>
          </a:xfrm>
          <a:prstGeom prst="unknown4"/>
        </p:spPr>
      </p:sp>
      <p:sp>
        <p:nvSpPr>
          <p:cNvPr id="15" name="Object 15"/>
          <p:cNvSpPr/>
          <p:nvPr/>
        </p:nvSpPr>
        <p:spPr>
          <a:xfrm>
            <a:off x="0" y="0"/>
            <a:ext cx="9525" cy="9525"/>
          </a:xfrm>
          <a:prstGeom prst="unknown5"/>
        </p:spPr>
      </p:sp>
      <p:sp>
        <p:nvSpPr>
          <p:cNvPr id="16" name="Object 16"/>
          <p:cNvSpPr/>
          <p:nvPr/>
        </p:nvSpPr>
        <p:spPr>
          <a:xfrm>
            <a:off x="0" y="0"/>
            <a:ext cx="9525" cy="9525"/>
          </a:xfrm>
          <a:prstGeom prst="unknown6"/>
        </p:spPr>
      </p:sp>
      <p:sp>
        <p:nvSpPr>
          <p:cNvPr id="17" name="Object 17"/>
          <p:cNvSpPr/>
          <p:nvPr/>
        </p:nvSpPr>
        <p:spPr>
          <a:xfrm>
            <a:off x="0" y="0"/>
            <a:ext cx="9525" cy="9525"/>
          </a:xfrm>
          <a:prstGeom prst="unknown7"/>
        </p:spPr>
      </p:sp>
      <p:sp>
        <p:nvSpPr>
          <p:cNvPr id="18" name="Object 18"/>
          <p:cNvSpPr/>
          <p:nvPr/>
        </p:nvSpPr>
        <p:spPr>
          <a:xfrm>
            <a:off x="0" y="0"/>
            <a:ext cx="9525" cy="9525"/>
          </a:xfrm>
          <a:prstGeom prst="unknown8"/>
        </p:spPr>
      </p:sp>
      <p:sp>
        <p:nvSpPr>
          <p:cNvPr id="19" name="Object 19"/>
          <p:cNvSpPr/>
          <p:nvPr/>
        </p:nvSpPr>
        <p:spPr>
          <a:xfrm>
            <a:off x="0" y="0"/>
            <a:ext cx="9525" cy="9525"/>
          </a:xfrm>
          <a:prstGeom prst="unknown9"/>
        </p:spPr>
      </p:sp>
      <p:sp>
        <p:nvSpPr>
          <p:cNvPr id="20" name="Object 20"/>
          <p:cNvSpPr/>
          <p:nvPr/>
        </p:nvSpPr>
        <p:spPr>
          <a:xfrm>
            <a:off x="0" y="0"/>
            <a:ext cx="9525" cy="9525"/>
          </a:xfrm>
          <a:prstGeom prst="unknown10"/>
        </p:spPr>
      </p:sp>
      <p:sp>
        <p:nvSpPr>
          <p:cNvPr id="21" name="Object 21"/>
          <p:cNvSpPr/>
          <p:nvPr/>
        </p:nvSpPr>
        <p:spPr>
          <a:xfrm>
            <a:off x="0" y="0"/>
            <a:ext cx="9525" cy="9525"/>
          </a:xfrm>
          <a:prstGeom prst="unknown11"/>
        </p:spPr>
      </p:sp>
      <p:sp>
        <p:nvSpPr>
          <p:cNvPr id="30" name="Object 30"/>
          <p:cNvSpPr/>
          <p:nvPr/>
        </p:nvSpPr>
        <p:spPr>
          <a:xfrm>
            <a:off x="0" y="0"/>
            <a:ext cx="9525" cy="9525"/>
          </a:xfrm>
          <a:prstGeom prst="rect"/>
          <a:pattFill prst="pct5"/>
        </p:spPr>
      </p:sp>
    </p:spTree>
  </p:cSld>
</p:sldMaster>
</file>

<file path=slides/_rels/warning0.xml.rels><Relationships xmlns="http://schemas.openxmlformats.org/package/2006/relationships"><Relationship Id="layout" Type="http://schemas.openxmlformats.org/officeDocument/2006/relationships/slideLayout" Target="../layouts/warnings.xml"/></Relationships>
</file>

<file path=slides/_rels/warning1.xml.rels><Relationships xmlns="http://schemas.openxmlformats.org/package/2006/relationships"><Relationship Id="layout" Type="http://schemas.openxmlformats.org/officeDocument/2006/relationships/slideLayout" Target="../layouts/warnings.xml"/></Relationships>
</file>

<file path=slides/_rels/warning2.xml.rels><Relationships xmlns="http://schemas.openxmlformats.org/package/2006/relationships"><Relationship Id="layout" Type="http://schemas.openxmlformats.org/officeDocument/2006/relationships/slideLayout" Target="../layouts/warnings.xml"/></Relationships>
</file>

<file path=slides/_rels/warning3.xml.rels><Relationships xmlns="http://schemas.openxmlformats.org/package/2006/relationships"><Relationship Id="layout" Type="http://schemas.openxmlformats.org/officeDocument/2006/relationships/slideLayout" Target="../layouts/warnings.xml"/></Relationships>
</file>

<file path=slides/_rels/warning4.xml.rels><Relationships xmlns="http://schemas.openxmlformats.org/package/2006/relationships"><Relationship Id="layout" Type="http://schemas.openxmlformats.org/officeDocument/2006/relationships/slideLayout" Target="../layouts/warnings.xml"/></Relationships>
</file>

<file path=slides/_rels/warning5.xml.rels><Relationships xmlns="http://schemas.openxmlformats.org/package/2006/relationships"><Relationship Id="layout" Type="http://schemas.openxmlformats.org/officeDocument/2006/relationships/slideLayout" Target="../layouts/warnings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 sz="3000"/>
              <a:t>Hello, PPTX!</a:t>
            </a:r>
          </a:p>
        </p:txBody>
      </p:sp>
    </p:spTree>
  </p:cSld>
</p:sld>
</file>

<file path=slides/warning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Visible slide 1</a:t>
            </a:r>
          </a:p>
        </p:txBody>
      </p:sp>
    </p:spTree>
  </p:cSld>
  <p:timing/>
</p:sld>
</file>

<file path=slides/warning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Visible slide 2</a:t>
            </a:r>
          </a:p>
        </p:txBody>
      </p:sp>
    </p:spTree>
  </p:cSld>
  <p:timing/>
</p:sld>
</file>

<file path=slides/warning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Visible slide 3</a:t>
            </a:r>
          </a:p>
        </p:txBody>
      </p:sp>
    </p:spTree>
  </p:cSld>
  <p:timing/>
</p:sld>
</file>

<file path=slides/warning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Visible slide 4</a:t>
            </a:r>
          </a:p>
        </p:txBody>
      </p:sp>
    </p:spTree>
  </p:cSld>
  <p:timing/>
</p:sld>
</file>

<file path=slides/warning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Visible slide 5</a:t>
            </a:r>
          </a:p>
        </p:txBody>
      </p:sp>
    </p:spTree>
  </p:cSld>
  <p:timing/>
</p:sld>
</file>

<file path=slides/warning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rect"/>
        </p:spPr>
        <p:txBody>
          <a:bodyPr/>
          <a:lstStyle/>
          <a:p>
            <a:r>
              <a:rPr/>
              <a:t>Visible slide 6</a:t>
            </a:r>
          </a:p>
        </p:txBody>
      </p:sp>
    </p:spTree>
  </p:cSld>
  <p:timing/>
</p:sld>
</file>