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_rels/first.xml.rels><Relationships xmlns="http://schemas.openxmlformats.org/package/2006/relationships"><Relationship Id="safe" Type="http://schemas.openxmlformats.org/officeDocument/2006/relationships/hyperlink" Target="https://example.com/page" TargetMode="External"/><Relationship Id="unsafe" Type="http://schemas.openxmlformats.org/officeDocument/2006/relationships/hyperlink" Target="javascript:alert(1)" TargetMode="Externa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381000" y="285750"/>
            <a:ext cx="5715000" cy="3810000"/>
          </a:xfrm>
          <a:prstGeom prst="rect"/>
        </p:spPr>
        <p:txBody>
          <a:bodyPr/>
          <a:lstStyle/>
          <a:p>
            <a:r>
              <a:rPr/>
              <a:t>Introduction</a:t>
            </a:r>
          </a:p>
          <a:p>
            <a:pPr lvl="0">
              <a:buAutoNum type="arabicPeriod" startAt="3"/>
            </a:pPr>
            <a:r>
              <a:rPr/>
              <a:t>First</a:t>
            </a:r>
          </a:p>
          <a:p>
            <a:pPr lvl="1">
              <a:buAutoNum type="arabicPeriod" startAt="1"/>
            </a:pPr>
            <a:r>
              <a:rPr/>
              <a:t>Nested</a:t>
            </a:r>
          </a:p>
          <a:p>
            <a:pPr lvl="0">
              <a:buAutoNum type="arabicPeriod"/>
            </a:pPr>
            <a:r>
              <a:rPr/>
              <a:t>Second</a:t>
            </a:r>
          </a:p>
          <a:p>
            <a:pPr>
              <a:buNone/>
            </a:pPr>
            <a:r>
              <a:rPr/>
              <a:t>Interruption</a:t>
            </a:r>
          </a:p>
          <a:p>
            <a:pPr lvl="0">
              <a:buAutoNum type="arabicParenBoth" startAt="7"/>
            </a:pPr>
            <a:r>
              <a:rPr/>
              <a:t>Restart</a:t>
            </a:r>
          </a:p>
          <a:p>
            <a:r>
              <a:rPr>
                <a:hlinkClick r:id="safe"/>
              </a:rPr>
              <a:t>Safe link</a:t>
            </a:r>
            <a:r>
              <a:rPr>
                <a:hlinkClick r:id="unsafe"/>
              </a:rPr>
              <a:t>Unsafe label</a:t>
            </a:r>
          </a:p>
        </p:txBody>
      </p:sp>
      <p:sp>
        <p:nvSpPr>
          <p:cNvPr id="3" name="Object 3"/>
          <p:cNvSpPr/>
          <p:nvPr/>
        </p:nvSpPr>
        <p:spPr>
          <a:xfrm>
            <a:off x="6667500" y="285750"/>
            <a:ext cx="0" cy="2857500"/>
          </a:xfrm>
          <a:prstGeom prst="line"/>
          <a:ln w="19050">
            <a:solidFill>
              <a:srgbClr val="E04E39"/>
            </a:solidFill>
          </a:ln>
        </p:spPr>
      </p:sp>
    </p:spTree>
  </p:cSld>
</p:sld>
</file>