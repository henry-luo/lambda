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ppt/presentation.xml" ContentType="application/vnd.openxmlformats-officedocument.presentationml.presentation.main+xml"/>
</Types>
</file>

<file path=_rels/.rels><Relationships xmlns="http://schemas.openxmlformats.org/package/2006/relationships"><Relationship Id="main" Type="http://schemas.openxmlformats.org/officeDocument/2006/relationships/officeDocument" Target="/ppt/presentation.xml"/></Relationships>
</file>

<file path=ppt/presentation.xml><?xml version="1.0" encoding="utf-8"?>
<deck:presentation xmlns:deck="http://schemas.openxmlformats.org/presentationml/2006/main" xmlns:a="http://schemas.openxmlformats.org/drawingml/2006/main" xmlns:r="http://schemas.openxmlformats.org/officeDocument/2006/relationships">
  <deck:sldIdLst>
    <deck:sldId id="256" r:id="slide"/>
  </deck:sldIdLst>
  <deck:sldSz cx="9144000" cy="5143500"/>
</deck:presentation>
</file>

<file path=ppt/_rels/presentation.xml.rels><Relationships xmlns="http://schemas.openxmlformats.org/package/2006/relationships"><Relationship Id="slide" Type="http://schemas.openxmlformats.org/officeDocument/2006/relationships/slide" Target="/slides/first.xml"/></Relationships>
</file>

<file path=slides/first.xml><?xml version="1.0" encoding="utf-8"?>
<deck:sld xmlns:deck="http://schemas.openxmlformats.org/presentationml/2006/main" xmlns:a="http://schemas.openxmlformats.org/drawingml/2006/main" xmlns:r="http://schemas.openxmlformats.org/officeDocument/2006/relationships">
  <deck:cSld>
    <deck:spTree>
      <deck:sp>
        <deck:nvSpPr>
          <deck:cNvPr id="2" name="Object 2"/>
          <deck:cNvSpPr/>
          <deck:nvPr/>
        </deck:nvSpPr>
        <deck:spPr>
          <a:xfrm>
            <a:off x="457200" y="361950"/>
            <a:ext cx="8229600" cy="857250"/>
          </a:xfrm>
          <a:prstGeom prst="rect"/>
        </deck:spPr>
        <deck:txBody>
          <a:bodyPr/>
          <a:lstStyle/>
          <a:p>
            <a:r>
              <a:rPr sz="3000"/>
              <a:t>Hello, PPTX!</a:t>
            </a:r>
          </a:p>
        </deck:txBody>
      </deck:sp>
    </deck:spTree>
  </deck:cSld>
</deck:sld>
</file>