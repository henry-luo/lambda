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main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lide"/>
  </p:sldIdLst>
  <p:sldSz cx="9144000" cy="5143500"/>
</p:presentation>
</file>

<file path=ppt/_rels/presentation.xml.rels><Relationships xmlns="http://schemas.openxmlformats.org/package/2006/relationships"><Relationship Id="slide" Type="http://schemas.openxmlformats.org/officeDocument/2006/relationships/slide" Target="/slides/first.xml"/></Relationships>
</file>

<file path=slides/_rels/first.xml.rels><Relationships xmlns="http://schemas.openxmlformats.org/package/2006/relationships"><Relationship Id="image" Type="http://schemas.openxmlformats.org/officeDocument/2006/relationships/image" Target="https://example.invalid/image.png" TargetMode="External"/></Relationships>
</file>

<file path=slides/first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pic>
        <p:nvPicPr>
          <p:cNvPr id="4" name="Blue square" descr="Embedded blue image"/>
          <p:cNvPicPr/>
          <p:nvPr/>
        </p:nvPicPr>
        <p:blipFill>
          <a:blip r:embed="image"/>
          <a:stretch>
            <a:fillRect/>
          </a:stretch>
        </p:blipFill>
        <p:spPr>
          <a:xfrm>
            <a:off x="6858000" y="1619250"/>
            <a:ext cx="1143000" cy="1143000"/>
          </a:xfrm>
        </p:spPr>
      </p:pic>
    </p:spTree>
  </p:cSld>
</p:sld>
</file>