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ppt/presentation.xml" ContentType="application/vnd.openxmlformats-officedocument.presentationml.presentation.main+xml"/>
</Types>
</file>

<file path=_rels/.rels><Relationships xmlns="http://schemas.openxmlformats.org/package/2006/relationships"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slide"/>
  </p:sldIdLst>
  <p:sldSz cx="9144000" cy="5143500"/>
</p:presentation>
</file>

<file path=ppt/_rels/presentation.xml.rels><Relationships xmlns="http://schemas.openxmlformats.org/package/2006/relationships"><Relationship Id="slide" Type="http://schemas.openxmlformats.org/officeDocument/2006/relationships/slide" Target="/slides/first.xml"/></Relationships>
</file>

<file path=slides/first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Object 2"/>
          <p:cNvSpPr/>
          <p:nvPr/>
        </p:nvSpPr>
        <p:spPr>
          <a:xfrm>
            <a:off x="457200" y="361950"/>
            <a:ext cx="8229600" cy="857250"/>
          </a:xfrm>
          <a:prstGeom prst="rect"/>
        </p:spPr>
        <p:txBody>
          <a:bodyPr/>
          <a:lstStyle/>
          <a:p>
            <a:r>
              <a:rPr sz="3000"/>
              <a:t>Hello, PPTX!</a:t>
            </a:r>
          </a:p>
        </p:txBody>
      </p:sp>
    </p:spTree>
  </p:cSld>
</p:sld>
</file>